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7d8724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7d8724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a9e2c4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a9e2c4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7945916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7945916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7d8724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57d8724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7d8724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7d8724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7d87241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57d8724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7d87241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57d87241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2b08dc5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2b08dc5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7d87241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7d87241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8d16b1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58d16b1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a9e2c40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6a9e2c40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8af2145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58af2145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11" Type="http://schemas.openxmlformats.org/officeDocument/2006/relationships/image" Target="../media/image15.png"/><Relationship Id="rId10" Type="http://schemas.openxmlformats.org/officeDocument/2006/relationships/image" Target="../media/image11.png"/><Relationship Id="rId9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Etude du </a:t>
            </a:r>
            <a:r>
              <a:rPr lang="fr"/>
              <a:t>marché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La poule qui chante </a:t>
            </a:r>
            <a:endParaRPr/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Avec ces données récupéré en open source, nous allons pouvoir réaliser notre étude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782025" y="5498975"/>
            <a:ext cx="8520600" cy="26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Index d’ouverture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Index logistique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Balance commerciale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275" y="1610575"/>
            <a:ext cx="855525" cy="8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6965725" y="1804275"/>
            <a:ext cx="21114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Stabilité politique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200" y="1577290"/>
            <a:ext cx="944829" cy="9447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177851" y="1804288"/>
            <a:ext cx="1671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PIB Habitant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075" y="1621913"/>
            <a:ext cx="855525" cy="8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1536775" y="1844625"/>
            <a:ext cx="1319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Population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900" y="2931825"/>
            <a:ext cx="707850" cy="7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504450" y="3215350"/>
            <a:ext cx="1158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Inflation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5824" y="3081663"/>
            <a:ext cx="585574" cy="5855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4046600" y="3033350"/>
            <a:ext cx="1615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Distance à la france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10050" y="3033350"/>
            <a:ext cx="585574" cy="5855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6965725" y="3033350"/>
            <a:ext cx="15189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Disponibilité en Volaille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9913" y="4056650"/>
            <a:ext cx="743850" cy="74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1391350" y="4174750"/>
            <a:ext cx="1384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Index </a:t>
            </a:r>
            <a:r>
              <a:rPr lang="fr" sz="1800">
                <a:solidFill>
                  <a:schemeClr val="dk2"/>
                </a:solidFill>
              </a:rPr>
              <a:t>d'ouverture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52800" y="4143900"/>
            <a:ext cx="798225" cy="79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4151025" y="4351775"/>
            <a:ext cx="1888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Index </a:t>
            </a:r>
            <a:r>
              <a:rPr lang="fr" sz="1800">
                <a:solidFill>
                  <a:schemeClr val="dk2"/>
                </a:solidFill>
              </a:rPr>
              <a:t>logistique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28525" y="4056650"/>
            <a:ext cx="1035426" cy="10354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6965725" y="4237313"/>
            <a:ext cx="1825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Balance commerciale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37375" y="285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Voici à quoi ressemble nos données à </a:t>
            </a:r>
            <a:r>
              <a:rPr lang="fr"/>
              <a:t>l'intérieur</a:t>
            </a:r>
            <a:r>
              <a:rPr lang="fr"/>
              <a:t> des colonnes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38" y="1923250"/>
            <a:ext cx="8382925" cy="20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30925" y="423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Pas </a:t>
            </a:r>
            <a:r>
              <a:rPr lang="fr"/>
              <a:t>tous</a:t>
            </a:r>
            <a:r>
              <a:rPr lang="fr"/>
              <a:t> les pays ont des informations sur certaines données, notre </a:t>
            </a:r>
            <a:r>
              <a:rPr lang="fr"/>
              <a:t>échantillon</a:t>
            </a:r>
            <a:r>
              <a:rPr lang="fr"/>
              <a:t> de pays se </a:t>
            </a:r>
            <a:r>
              <a:rPr lang="fr"/>
              <a:t>réduit</a:t>
            </a:r>
            <a:r>
              <a:rPr lang="fr"/>
              <a:t> </a:t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25" y="1996400"/>
            <a:ext cx="491490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5635075" y="2043350"/>
            <a:ext cx="32937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Perte à cause du manque d’information du pays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Potentiel perte à cause du format du pays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220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Chacune des ses données correspond à une des composante de l’analyse PESTEL 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607075" y="169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Politique </a:t>
            </a:r>
            <a:r>
              <a:rPr lang="fr" sz="1300"/>
              <a:t>- La stabilité Politique du pays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/>
              <a:t>Economique </a:t>
            </a:r>
            <a:r>
              <a:rPr lang="fr" sz="1300"/>
              <a:t>- Disponibilité </a:t>
            </a:r>
            <a:r>
              <a:rPr lang="fr" sz="1300"/>
              <a:t>volaille / PIB Habitant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/>
              <a:t>/ Inflation / balance commerciale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Technologique </a:t>
            </a:r>
            <a:r>
              <a:rPr lang="fr" sz="1300"/>
              <a:t>- Index logistique du pays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Sociale </a:t>
            </a:r>
            <a:r>
              <a:rPr lang="fr" sz="1300"/>
              <a:t>- Population / PIB Habitant / Dispo volaille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00" y="1426250"/>
            <a:ext cx="2868850" cy="28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30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Nous allons réaliser ses différentes étapes à fin d’avoir une analyse construite 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900" y="3346600"/>
            <a:ext cx="1376650" cy="13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2663775" y="1598200"/>
            <a:ext cx="4578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ACP = Analyse des composante principales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663775" y="2340150"/>
            <a:ext cx="4125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9 Variables réduite à 4 pour simplifier et </a:t>
            </a:r>
            <a:r>
              <a:rPr lang="fr" sz="1800">
                <a:solidFill>
                  <a:schemeClr val="dk2"/>
                </a:solidFill>
              </a:rPr>
              <a:t>accélérer</a:t>
            </a:r>
            <a:r>
              <a:rPr lang="fr" sz="1800">
                <a:solidFill>
                  <a:schemeClr val="dk2"/>
                </a:solidFill>
              </a:rPr>
              <a:t> l’analyse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925" y="1841050"/>
            <a:ext cx="1059400" cy="10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2734700" y="3436175"/>
            <a:ext cx="53589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Le clustering </a:t>
            </a:r>
            <a:r>
              <a:rPr lang="fr" sz="1800">
                <a:solidFill>
                  <a:schemeClr val="dk2"/>
                </a:solidFill>
              </a:rPr>
              <a:t>nous</a:t>
            </a:r>
            <a:r>
              <a:rPr lang="fr" sz="1800">
                <a:solidFill>
                  <a:schemeClr val="dk2"/>
                </a:solidFill>
              </a:rPr>
              <a:t> permet de créer plusieurs groupes de pays, en fonction de nos nouvelles composante de l’ACP.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270575" y="16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L’ACP </a:t>
            </a:r>
            <a:r>
              <a:rPr lang="fr"/>
              <a:t>réalisée</a:t>
            </a:r>
            <a:r>
              <a:rPr lang="fr"/>
              <a:t> nous permet de comprendre les différences entre nos données 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5367775" y="1472775"/>
            <a:ext cx="31176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D1 = </a:t>
            </a:r>
            <a:r>
              <a:rPr lang="fr">
                <a:solidFill>
                  <a:schemeClr val="dk2"/>
                </a:solidFill>
              </a:rPr>
              <a:t>Index Logistique</a:t>
            </a:r>
            <a:r>
              <a:rPr lang="fr">
                <a:solidFill>
                  <a:schemeClr val="dk2"/>
                </a:solidFill>
              </a:rPr>
              <a:t>, index </a:t>
            </a:r>
            <a:r>
              <a:rPr lang="fr">
                <a:solidFill>
                  <a:schemeClr val="dk2"/>
                </a:solidFill>
              </a:rPr>
              <a:t>ouverture</a:t>
            </a:r>
            <a:r>
              <a:rPr lang="fr">
                <a:solidFill>
                  <a:schemeClr val="dk2"/>
                </a:solidFill>
              </a:rPr>
              <a:t>, stabilité politique et pib habitant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D2 = Dispo volaille, population et </a:t>
            </a:r>
            <a:r>
              <a:rPr lang="fr">
                <a:solidFill>
                  <a:schemeClr val="dk2"/>
                </a:solidFill>
              </a:rPr>
              <a:t>index log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D3 = balance commerciale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D4 = inflation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99" y="1341325"/>
            <a:ext cx="4260551" cy="326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72775"/>
            <a:ext cx="4553175" cy="29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méthode de la </a:t>
            </a:r>
            <a:r>
              <a:rPr lang="fr"/>
              <a:t>silhouette</a:t>
            </a:r>
            <a:r>
              <a:rPr lang="fr"/>
              <a:t> va nous permettre d’établir notre nombre de cluster 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5551025" y="2020600"/>
            <a:ext cx="285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La méthode de la </a:t>
            </a:r>
            <a:r>
              <a:rPr lang="fr" sz="1800">
                <a:solidFill>
                  <a:schemeClr val="dk2"/>
                </a:solidFill>
              </a:rPr>
              <a:t>silhouette</a:t>
            </a:r>
            <a:r>
              <a:rPr lang="fr" sz="1800">
                <a:solidFill>
                  <a:schemeClr val="dk2"/>
                </a:solidFill>
              </a:rPr>
              <a:t> </a:t>
            </a:r>
            <a:r>
              <a:rPr lang="fr" sz="1800">
                <a:solidFill>
                  <a:schemeClr val="dk2"/>
                </a:solidFill>
              </a:rPr>
              <a:t>sélectionne </a:t>
            </a:r>
            <a:r>
              <a:rPr lang="fr" sz="1800">
                <a:solidFill>
                  <a:schemeClr val="dk2"/>
                </a:solidFill>
              </a:rPr>
              <a:t>différent groupe homogène et </a:t>
            </a:r>
            <a:r>
              <a:rPr lang="fr" sz="1800">
                <a:solidFill>
                  <a:schemeClr val="dk2"/>
                </a:solidFill>
              </a:rPr>
              <a:t>suffisamment</a:t>
            </a:r>
            <a:r>
              <a:rPr lang="fr" sz="1800">
                <a:solidFill>
                  <a:schemeClr val="dk2"/>
                </a:solidFill>
              </a:rPr>
              <a:t> séparé entre eux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25" y="1537375"/>
            <a:ext cx="4515000" cy="30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279375" y="33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interposant nos pays sur nos ACP on voit </a:t>
            </a:r>
            <a:r>
              <a:rPr lang="fr"/>
              <a:t>distinctement nos cluster et leurs formation</a:t>
            </a:r>
            <a:r>
              <a:rPr lang="fr"/>
              <a:t> 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6116550" y="1479325"/>
            <a:ext cx="24990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Cluster 0 = Forte ACP 1 et faible sur acp Moyenne sur ACP2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Cluster 1 = Faible ACP1 et ACP2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Cluster 2 = Faible ACP1 et FORTE ACP 2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Cluster 3 = Forte ACP1 et 2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50" y="1503825"/>
            <a:ext cx="5089225" cy="33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21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analyse nos différents clusters sur notre ACP </a:t>
            </a:r>
            <a:r>
              <a:rPr lang="fr"/>
              <a:t>afin</a:t>
            </a:r>
            <a:r>
              <a:rPr lang="fr"/>
              <a:t> de mieux comprendre les différences entre ces cluster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6412775" y="1517025"/>
            <a:ext cx="24882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On prend les meilleurs score de nos cluster sur les différentes composantes principales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50" y="1277475"/>
            <a:ext cx="6099644" cy="4052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Deux cluster se montre </a:t>
            </a:r>
            <a:r>
              <a:rPr lang="fr"/>
              <a:t>intéressant, on choisis nos 3 pays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48" y="1581550"/>
            <a:ext cx="4111226" cy="275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4201" y="1561550"/>
            <a:ext cx="4178099" cy="27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23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920">
                <a:solidFill>
                  <a:schemeClr val="dk2"/>
                </a:solidFill>
              </a:rPr>
              <a:t>Les scores établis vont nous permettre de sélectionner les pays les plus intéressants vers lesquels exporter</a:t>
            </a:r>
            <a:endParaRPr sz="2820"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25" y="1736625"/>
            <a:ext cx="299085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4622825" y="2031525"/>
            <a:ext cx="34017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422425" y="1853225"/>
            <a:ext cx="34479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Des pays proches de la france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Des pays </a:t>
            </a:r>
            <a:r>
              <a:rPr lang="fr" sz="1800">
                <a:solidFill>
                  <a:schemeClr val="dk2"/>
                </a:solidFill>
              </a:rPr>
              <a:t>développés, pouvoir d’achat élevés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Stable politiquement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Risque faible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2200" y="1152700"/>
            <a:ext cx="3674276" cy="36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425" y="1152700"/>
            <a:ext cx="3744800" cy="3723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/>
        </p:nvSpPr>
        <p:spPr>
          <a:xfrm>
            <a:off x="116475" y="506975"/>
            <a:ext cx="59709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Cercle de corrélations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